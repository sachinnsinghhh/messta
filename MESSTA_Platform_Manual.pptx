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sst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74933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22860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OFFICIAL PLATFORM &amp; OPERATIONS MANUAL</a:t>
            </a:r>
          </a:p>
          <a:p>
            <a:pPr>
              <a:spcAft>
                <a:spcPts val="14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MESSTA: Smart Mess &amp; Student Dining OS</a:t>
            </a:r>
          </a:p>
          <a:p>
            <a:pPr>
              <a:spcAft>
                <a:spcPts val="28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Comprehensive operating guide covering Student Dining Passes, Dual QR Redemptions, Real-Time Counter Scanning, Kitchen Inventory OS, Staff Rostering, and Automated Double-Entry Finance Intelligence.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Release: Enterprise v2.4  |  October 2026  |  Confidential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MESSTA PLATFORM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Executive Overview: Transforming Campus Dining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B91C1C"/>
                </a:solidFill>
              </a:defRPr>
            </a:pPr>
            <a:r>
              <a:t>❌ The Legacy Mess Challenges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Paper Registers &amp; Manual Tokens: Prone to student fraud, pass sharing, and lost physical registers.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Dining Hall Bottlenecks: Massive uncoordinated rushes during peak lunch and dinner hours.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Food &amp; Raw Material Wastage: Cooking quantities based on guesswork without knowing exact daily student turnout.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Untracked Inventory Leakage: Vegetable and ration purchases vanish without automated recipe-based deduction.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Financial Blind Spots: Mess owners rarely know true net profit after gas, rent, labor, and grocery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6A34A"/>
                </a:solidFill>
              </a:defRPr>
            </a:pPr>
            <a:r>
              <a:t>✅ The Messta Unified Solution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Dual Dynamic QR Passes: Rolling, expiring QR codes preventing screenshots and pass fraud.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Slot Capacity Reservation: 30-min seating limits preventing dining hall overcrowding.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Real-Time Kitchen OS: Ingredient deduction triggered programmatically as meals are served.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Staff Security &amp; Rostering: 4-digit PIN verification per shift with custom role permissions.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Double-Entry Finance Ledger: Live P&amp;L calculating exact revenue, COGS, labor, and net margin 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MODULE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Student Experience &amp; Dual QR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A580C"/>
                </a:solidFill>
              </a:defRPr>
            </a:pPr>
            <a:r>
              <a:t>🎟️ Path A: Membership Token Pass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Target Diner: Enrolled hostellers with monthly/semester plans (30-90 tokens).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Meal Frequency: 1 to 2 meals per day (Lunch + Dinner).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QR Behavior: Multi-use declining balance (e.g. 58 / 60 Remaining).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Slot Reservation: Student picks 12:30-1:00 PM interval to reserve seat.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Counter Action: Scans at counter &amp;rarr; Deducts exactly 1 token &amp;rarr; Marks served.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Auto-Renewal: Alerts student when token balance reaches 4 remaining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🍽️ Path B: Per-Plate Meal Ticket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Target Diner: Day scholars, casual campus visitors, or guest plates.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Special Dishes: Sunday Special Chicken/Paneer Thalis ordered on demand.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Payment: Instant online checkout via UPI, Cards, or Netbanking.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QR Behavior: Single-use event ticket tied to specific date &amp; meal slot.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Counter Action: Scans at counter &amp;rarr; Validates date/slot &amp;rarr; Transitions to 'redeemed'.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Cross-Category Match: Allows Veg pass students to buy Non-Veg specials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Owner Dashboard &amp; Counter Scanner (/owner)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📱 Camera QR Scanner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Hardware Agnostic: Operates on mobile phone, tablet, or webcam.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Instant Verification: Sub-second redemption check with live feedback.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Green Flash: Valid meal pass with student details.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Red Buzzer: Invalid or already redeemed token alert.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🔐 4-Digit Staff PIN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Security Checkpoint: Cashier enters 4-digit PIN before scanning starts.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Shift Accountability: Every scan records scannedByStaffId and shift block.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Zero Pass Theft: Unauthenticated operators cannot deduct meals.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Shift Audits: Cross-checks cash collection vs meals 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🏢 Multi-Outlet Control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Branch Switcher: Top dropdown toggles between mess outlets.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Independent Context: Each outlet keeps isolated menus, stock, and staff.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Add New Branch: 1-click modal to register new mess location.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Branch Deletion: Safely delete or decommission inactive outlets.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Thali Matrix &amp; Operational Spreads (/owner/meals)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A580C"/>
                </a:solidFill>
              </a:defRPr>
            </a:pPr>
            <a:r>
              <a:t>🍱 Operational Spreads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Structured Operational Windows: Spreads define service intervals.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Breakfast Spread (07:30 - 10:30 AM): Poha, Parathas, Tea/Coffee.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Lunch Spread (12:00 - 03:00 PM): Core thalis with 30-min seat intervals.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Dinner Spread (07:30 - 10:30 PM): Night service with daily specials.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'+ Add Spread' Button: Owners can add custom spreads (e.g. Evening Snacks or Sunday Feast) with customized hours.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Interval Seating Limit: Prevents overcrowding in mess hall.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🔗 The Crucial Link: Membership Mapping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Tier Tagging: When creating thalis, owners map them to eligible membership tiers.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Token Coverage: Veg Thali is covered natively by Veg / Lite passes.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Cross-Category Mismatch: If a Veg pass holder wants a Non-Veg plate, system routes them to pay ₹140 online.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Dynamic Daily Pricing: Adjust per-plate pricing based on festival menus or seasonal specials.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Live Kitchen Count: Display remaining capacity directly to student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Kitchen Inventory &amp; Raw Material OS (/owner/inventory)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🥦 Ingredient Master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Perishables: Tomatoes, onions, milk, paneer, vegetables (daily mandi).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Dry Staples: Basmati rice, atta, toor dal, cooking oil, spices.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Consumables: Foil rolls, meal takeaway boxes, cleaning supplies.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Units: Tracked in KG, Litres, Grams, and Packets.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⚠️ Par Levels &amp; Alerts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Safety Thresholds: Minimum stock level (e.g. Min 30kg rice, 20L oil).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Low-Stock Badge: Turns RED when stock falls below par level.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Restock Purchases: Log vendor name, bill amount, batch quantity.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Finance Flow: Purchases automatically enter the Finance Ledger.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6A34A"/>
                </a:solidFill>
              </a:defRPr>
            </a:pPr>
            <a:r>
              <a:t>⚡ Auto Recipe COGS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Scanned Meal Link: When student scans QR pass, recipe ratios deduct automatically.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1 Thali Consumption = 150g rice + 100g dal + 50g paneer + 2 rotis.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Live Real-Time COGS: Tracks cost of raw materials served daily.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Zero Pilferage: Eliminates pantry leakage and theft.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Staff Management &amp; Custom Roles (/owner/staff)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A580C"/>
                </a:solidFill>
              </a:defRPr>
            </a:pPr>
            <a:r>
              <a:t>👥 Shift Rostering &amp; Security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Shift Blocks: Morning Prep (06:30-15:00), Evening Rush (16:30-22:30), Full Day.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Wage Structures: Monthly Fixed Salary (e.g. ₹26,000/mo) or Daily Wage (₹500/day).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4-Digit PIN Access: Each staff member gets a PIN to unlock counter scanning.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Roster Auditing: Logs which employee served which student token.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Payroll Auto-Sync: Feeds labor overheads directly into Finance books.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E22CE"/>
                </a:solidFill>
              </a:defRPr>
            </a:pPr>
            <a:r>
              <a:t>🏷️ '+ Add Role' Feature (Custom Roles)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Quick 1-Click Templates: Desk Job / Reception, Table Service, Sanitation, Storekeeper.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Granular Permissions: Toggle canScanQR, canManageInventory, canManageMeals, canViewFinance, canManageStaff.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Filter Chips: Custom roles instantly appear in staff directory filter bar.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Hire Modal Presets: Clicking a custom role auto-fills shift, wage, and permissions.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Safe Role Deletion: Delete or reconfigure roles at any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Finance &amp; P&amp;L Intelligence Engine (/owner/finance)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💰 NET REVENUE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₹1,49,904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Gross ₹1.53L - 2.36% Gateway Fees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7373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📉 OPERATING COSTS</a:t>
            </a:r>
          </a:p>
          <a:p>
            <a:pPr>
              <a:defRPr sz="1800" b="1">
                <a:solidFill>
                  <a:srgbClr val="E11D48"/>
                </a:solidFill>
              </a:defRPr>
            </a:pPr>
            <a:r>
              <a:t>₹1,04,100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COGS + Labor + Rent +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7373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🚀 REAL NET PROFIT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+₹45,804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+ Profit 🚀 (Positive Net Return)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4592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7373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📊 NET MARGIN %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+30.6%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Healthy 🌟 (Benchmark: 22%-32%)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🍱 Thali Unit Economics &amp; Break-Even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Executive Paneer Thali: Sells @ ₹110 &amp;rarr; COGS ₹44 + Gas/Labor ₹18 &amp;rarr; Margin 60.0% (+₹48).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Standard Veg Thali: Sells @ ₹85 &amp;rarr; COGS ₹32 + Gas/Labor ₹18 &amp;rarr; Margin 62.4% (+₹35).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Special Non-Veg Thali: Sells @ ₹145 &amp;rarr; COGS ₹68 + Gas/Labor ₹20 &amp;rarr; Margin 53.1% (+₹57).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Daily Break-Even: Target 45 Plates / Day to clear fixed costs of ₹48,000/mo.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📜 Ledger &amp; Quick Expense Logger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1-Click Quick Expense Presets: Commercial LPG 19kg (₹1,950), Electricity, Rent, Repairs.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Searchable Double-Entry Table: Filter by Inflows, Outflows, or Category.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1-Click CSV Tax Export: Download accountant-ready P&amp;L spreadsheet.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Bank Settlements Escrow: Track Razorpay/Stripe cleared payouts with UTR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Daily Operating Cheatsheet for Mess Owners &amp;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F172A"/>
                </a:solidFill>
                <a:latin typeface="Calibri"/>
              </a:defRPr>
            </a:pPr>
            <a:r>
              <a:t>06:30 AM  |  Kitchen Pantry Audit:  Inspect morning vegetable intake, check par levels for rice and oil, log Mandi cash bill.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F172A"/>
                </a:solidFill>
                <a:latin typeface="Calibri"/>
              </a:defRPr>
            </a:pPr>
            <a:r>
              <a:t>07:00 AM  |  Publish Daily Spreads:  Verify Today's Breakfast &amp; Lunch Thalis in /owner/meals, set seating capacity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F172A"/>
                </a:solidFill>
                <a:latin typeface="Calibri"/>
              </a:defRPr>
            </a:pPr>
            <a:r>
              <a:t>11:45 AM  |  Counter Station Sign-In:  Cashier enters 4-digit PIN, tests webcam QR scanner, reviews incoming slot reservations.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79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F172A"/>
                </a:solidFill>
                <a:latin typeface="Calibri"/>
              </a:defRPr>
            </a:pPr>
            <a:r>
              <a:t>03:15 PM  |  Post-Lunch Reconciliation:  Check redeemed meal counts vs actual food consumption; verify helper shift hours.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F172A"/>
                </a:solidFill>
                <a:latin typeface="Calibri"/>
              </a:defRPr>
            </a:pPr>
            <a:r>
              <a:t>05:30 PM  |  Dinner Spread Setup:  Confirm Special Thalis (Paneer / Non-Veg); verify evening capacity limits.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59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F172A"/>
                </a:solidFill>
                <a:latin typeface="Calibri"/>
              </a:defRPr>
            </a:pPr>
            <a:r>
              <a:t>10:30 PM  |  Night Ledger Settlement:  Log daily commercial LPG or power bills in /owner/finance; verify day's positive net profit.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EA580C"/>
                </a:solidFill>
              </a:defRPr>
            </a:pPr>
            <a:r>
              <a:t>MESSTA: SMART MESS OPERATING SYSTEM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Everything in One Cohesive Ecosystem</a:t>
            </a:r>
          </a:p>
          <a:p>
            <a:pPr>
              <a:spcAft>
                <a:spcPts val="3600"/>
              </a:spcAft>
              <a:defRPr sz="1300">
                <a:solidFill>
                  <a:srgbClr val="CBD5E1"/>
                </a:solidFill>
              </a:defRPr>
            </a:pPr>
            <a:r>
              <a:t>• Zero physical token loss  •  Zero dining hall stampedes  •  Zero untracked inventory leakage  •  Automated double-entry net profit intelligence.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Documentation and manuals ready for distribution to staff, partners, and college administrations.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